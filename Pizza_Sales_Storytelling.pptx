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Ventas - Pizzería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Storytelling basado en datos de ventas</a:t>
            </a:r>
          </a:p>
          <a:p>
            <a:r>
              <a:t>Objetivo: identificar oportunidades de crecimiento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Ventas Totales: 817K</a:t>
            </a:r>
          </a:p>
          <a:p>
            <a:r>
              <a:t>Órdenes: 21K</a:t>
            </a:r>
          </a:p>
          <a:p>
            <a:r>
              <a:t>Pizzas vendidas: 49K</a:t>
            </a:r>
          </a:p>
          <a:p>
            <a:r>
              <a:t>Ticket promedio: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Comportamiento del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ticket promedio es bajo</a:t>
            </a:r>
          </a:p>
          <a:p>
            <a:r>
              <a:t>Indica compras individuales o de bajo volumen</a:t>
            </a:r>
          </a:p>
          <a:p>
            <a:r>
              <a:t>Dependencia del volumen de ventas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Productos Destacados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ventas dominadas por pizzas de pollo</a:t>
            </a:r>
          </a:p>
          <a:p>
            <a:r>
              <a:t>Productos gourmet generan mayor ingreso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Categorías de Producto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 lidera en volumen</a:t>
            </a:r>
          </a:p>
          <a:p>
            <a:r>
              <a:t>Chicken y Supreme lideran en revenue</a:t>
            </a:r>
          </a:p>
          <a:p>
            <a:r>
              <a:t>Veggie con menor participación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Dualidad del negocio:</a:t>
            </a:r>
          </a:p>
          <a:p>
            <a:r>
              <a:t>Classic = volumen</a:t>
            </a:r>
          </a:p>
          <a:p>
            <a:r>
              <a:t>Premium = rentabilidad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Oportunidades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Upselling de productos premium</a:t>
            </a:r>
          </a:p>
          <a:p>
            <a:r>
              <a:t>Promociones temáticas</a:t>
            </a:r>
          </a:p>
          <a:p>
            <a:r>
              <a:t>Cross-selling (bebidas, extras)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Detectados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Dependencia de pocos productos</a:t>
            </a:r>
          </a:p>
          <a:p>
            <a:r>
              <a:t>Ticket promedio bajo</a:t>
            </a:r>
          </a:p>
          <a:p>
            <a:r>
              <a:t>Categoría Veggie poco explotada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Impulsar productos de mayor margen</a:t>
            </a:r>
          </a:p>
          <a:p>
            <a:r>
              <a:t>Crear combos</a:t>
            </a:r>
          </a:p>
          <a:p>
            <a:r>
              <a:t>Segmentar por horarios y días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crecimiento está en aumentar el valor por cliente</a:t>
            </a:r>
          </a:p>
          <a:p>
            <a:r>
              <a:t>No solo vender más, sino vender mejor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